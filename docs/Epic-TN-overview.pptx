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Epic TN is a travel web app for Tamil Nadu: React front end, Flask back end. This deck walks through the modules, the key algorithms, and an honest account of what is live and what is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jobs in one place: finding where to go, planning and booking, and travelling with other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module has its own backend file, its own routes and its own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free public API that books Indian train tickets, so booking stays a simulation. The timetable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payment gateway is a mock with test cards and UPI only. No real card data is entered or 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Settle-up is a greedy match of the biggest creditor with the biggest debtor.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planner is ordinary code. The LLM never chooses a time, price or place. Any sentence containing a fact not in the plan is thrown away and the template wording is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token-rate figure is an estimate, not a measurement; no model is installed yet. Fine-tuning is optional, because a stock small model already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Passing tests were not enough on their own, so several tests were checked by deliberately breaking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is stored in a JSON file. A real database is the next step before deploying for real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Redeploying is needed because pillow was added to the backend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Epic TN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9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Tamil Nadu, plan the trip, book it, split the bill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overview: what it does, how it works, what is real and what is simulated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 for the whole trip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103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guides for temple towns, hill stations and coasts, with live weather, festivals and worship timings.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200400" y="13716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and book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920240"/>
            <a:ext cx="2103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bus search, hotels and homestays, an AI trip planner that builds a day-by-day route.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852160" y="1371600"/>
            <a:ext cx="2468880" cy="2651760"/>
          </a:xfrm>
          <a:prstGeom prst="roundRect">
            <a:avLst>
              <a:gd name="adj" fmla="val 296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together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103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trips with shared expenses, a wallet with refunds, and verified reviews with photos.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 added in this round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Hotels and homestays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Per-night inventory, 10-minute holds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246120" y="13716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and wallet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20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cards and UPI, refunds, signed webhooks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943600" y="137160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 forecast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920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Festival-aware calendar drives pricing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315468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reviews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703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re-encoded, report-based moderation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3246120" y="315468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trips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703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splitting, minimal settle-up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943600" y="315468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trip planner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703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route, local LLM for wording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timetables are live; seats are not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from RailRadar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between two stations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numbers, names and times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days, distance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4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8288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status: available, RAC, waitlist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Fares, calculated from distance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listings, booking and payment</a:t>
            </a:r>
            <a:endParaRPr lang="en-US" sz="1600" dirty="0"/>
          </a:p>
        </p:txBody>
      </p:sp>
      <p:sp>
        <p:nvSpPr>
          <p:cNvPr id="7" name="Callout"/>
          <p:cNvSpPr/>
          <p:nvPr/>
        </p:nvSpPr>
        <p:spPr>
          <a:xfrm>
            <a:off x="548640" y="35661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661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plan: 100 requests a month. Answers are cached for 24 hours; the built-in timetable is the fallback.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Stays and payments: built to be correct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886200" cy="3017520"/>
          </a:xfrm>
          <a:prstGeom prst="roundRect">
            <a:avLst>
              <a:gd name="adj" fmla="val 242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Hotels and homestays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is counted per night, and the check-out day stays free. A booking is held for 10 minutes while it is paid; a lapsed hold releases the room. Listings are labelled sample.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709160" y="1371600"/>
            <a:ext cx="3886200" cy="3017520"/>
          </a:xfrm>
          <a:prstGeom prst="roundRect">
            <a:avLst>
              <a:gd name="adj" fmla="val 242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508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and wallet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are whole paise, never floats. Retries reuse an idempotency key so nobody is charged twice. Webhooks are HMAC-signed with replay protection. Cancellation refunds follow tiers.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Crowds, reviews and group trips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 forecast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calendar scores each day from festivals and season, and feeds dynamic hotel pricing.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246120" y="13716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reviews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2024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travellers with a completed booking can review. Photos are re-encoded with EXIF stripped. Ratings use a Bayesian average.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943600" y="137160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trips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192024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sync by polling. Edits that collide return a conflict instead of overwriting. Settle-up needs at most n minus 1 transfers.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trip planner works</a:t>
            </a:r>
            <a:endParaRPr lang="en-US" sz="2800" dirty="0"/>
          </a:p>
        </p:txBody>
      </p:sp>
      <p:sp>
        <p:nvSpPr>
          <p:cNvPr id="3" name="StepDot"/>
          <p:cNvSpPr/>
          <p:nvPr/>
        </p:nvSpPr>
        <p:spPr>
          <a:xfrm>
            <a:off x="960120" y="14630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or a form becomes a request</a:t>
            </a:r>
            <a:endParaRPr lang="en-US" sz="1400" dirty="0"/>
          </a:p>
        </p:txBody>
      </p:sp>
      <p:sp>
        <p:nvSpPr>
          <p:cNvPr id="7" name="StepDot"/>
          <p:cNvSpPr/>
          <p:nvPr/>
        </p:nvSpPr>
        <p:spPr>
          <a:xfrm>
            <a:off x="2587752" y="14630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87752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76272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76272" y="2606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Held-Karp finds the best town order</a:t>
            </a:r>
            <a:endParaRPr lang="en-US" sz="1400" dirty="0"/>
          </a:p>
        </p:txBody>
      </p:sp>
      <p:sp>
        <p:nvSpPr>
          <p:cNvPr id="11" name="StepDot"/>
          <p:cNvSpPr/>
          <p:nvPr/>
        </p:nvSpPr>
        <p:spPr>
          <a:xfrm>
            <a:off x="4215384" y="14630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15384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803904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803904" y="2606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fit real opening hours</a:t>
            </a:r>
            <a:endParaRPr lang="en-US" sz="1400" dirty="0"/>
          </a:p>
        </p:txBody>
      </p:sp>
      <p:sp>
        <p:nvSpPr>
          <p:cNvPr id="15" name="StepDot"/>
          <p:cNvSpPr/>
          <p:nvPr/>
        </p:nvSpPr>
        <p:spPr>
          <a:xfrm>
            <a:off x="5843016" y="1463040"/>
            <a:ext cx="548640" cy="548640"/>
          </a:xfrm>
          <a:prstGeom prst="ellipse">
            <a:avLst/>
          </a:prstGeom>
          <a:solidFill>
            <a:srgbClr val="E9A820"/>
          </a:solidFill>
          <a:ln w="12700">
            <a:solidFill>
              <a:srgbClr val="E9A8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43016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31536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31536" y="2606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words the plan</a:t>
            </a:r>
            <a:endParaRPr lang="en-US" sz="1400" dirty="0"/>
          </a:p>
        </p:txBody>
      </p:sp>
      <p:sp>
        <p:nvSpPr>
          <p:cNvPr id="19" name="StepDot"/>
          <p:cNvSpPr/>
          <p:nvPr/>
        </p:nvSpPr>
        <p:spPr>
          <a:xfrm>
            <a:off x="7470648" y="14630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7064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59168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2606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verified, else template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9A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decides every fact. The model only writes the sentences.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an LLM here? No. Run one? Yes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4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GB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(Quadro P620), about 1 GB used by Windows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371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4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to 6 GB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2194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fine-tune even a 0.5B model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371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to 10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2194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second expected on the CPU for a 1.5B model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3108960"/>
            <a:ext cx="8046720" cy="1280160"/>
          </a:xfrm>
          <a:prstGeom prst="roundRect">
            <a:avLst>
              <a:gd name="adj" fmla="val 571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46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6576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LoRA adapter on a free Colab or Kaggle GPU, convert it to GGUF, then run it with Ollama on your own PC.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Tested, not just built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208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pass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windows widened on purpose to prove concurrency guards 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checks: break the code, confirm a test fails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client is tested against a mock Ollama server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API tests replace the network with a fake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real, what is simulated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886200" cy="3017520"/>
          </a:xfrm>
          <a:prstGeom prst="roundRect">
            <a:avLst>
              <a:gd name="adj" fmla="val 242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timetables (RailRadar)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festivals, worship timings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routing and scheduling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hold, refund and settle-up logic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709160" y="1371600"/>
            <a:ext cx="3886200" cy="3017520"/>
          </a:xfrm>
          <a:prstGeom prst="roundRect">
            <a:avLst>
              <a:gd name="adj" fmla="val 242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508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4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availability and fares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(test cards and UPI only)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listings (labelled sample)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listings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only tested against a mock server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JSON store to Postgres, and photos to object storage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Ollama, try a stock model, then fine-tune on Colab if it helps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live running status for trains, within the monthly quota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 the backend and set RAIL_API_KEY on Render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Epic TN: project overview</dc:title>
  <dc:subject>PptxGenJS Presentation</dc:subject>
  <dc:creator>krk-rocks</dc:creator>
  <cp:lastModifiedBy>krk-rocks</cp:lastModifiedBy>
  <cp:revision>1</cp:revision>
  <dcterms:created xsi:type="dcterms:W3CDTF">2026-10-17T15:11:06Z</dcterms:created>
  <dcterms:modified xsi:type="dcterms:W3CDTF">2026-10-17T15:11:06Z</dcterms:modified>
</cp:coreProperties>
</file>